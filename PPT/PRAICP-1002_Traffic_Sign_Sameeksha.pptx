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973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ARTIFICIAL INTELLIGENCE CAPSTONE PROJECT – PRAICP-1002: TRAFFIC SIGN DETECTION &amp; CLASSIFICATION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949440" y="46634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TrafSignDetc (DataMites Capstone Project)</a:t>
            </a:r>
            <a:endParaRPr lang="en-US" sz="1800" dirty="0"/>
          </a:p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Code: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PTID-AIE-JUL-26-11142</a:t>
            </a:r>
            <a:endParaRPr lang="en-US" sz="1800" dirty="0"/>
          </a:p>
          <a:p>
            <a:pPr marL="0" indent="0" algn="r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Sameeksha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C9F16-1E7E-B0AF-2B9A-BA4B169196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95" t="11196" r="24007" b="9707"/>
          <a:stretch>
            <a:fillRect/>
          </a:stretch>
        </p:blipFill>
        <p:spPr>
          <a:xfrm>
            <a:off x="110835" y="3685309"/>
            <a:ext cx="2590801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Objective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 (EDA)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Preprocessing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/ Validation / Test Split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Augmentation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64592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CNN Model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Hyperparameter Tuning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CNN &amp; Model Comparison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Model Evaluation &amp; Prediction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Insights &amp; Challenges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Links &amp; Conclusion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9AE1C0-A7C4-5AF7-A9A9-19EDBD043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852035"/>
            <a:ext cx="121920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PROBLEM STATEMENT &amp; PROJECT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signs tell drivers what to do, what not to do and what dangers lie ahead.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or misreading a sign (stop, speed limit, warning) is a common cause of road accidents.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Driver-assistance and self-driving systems need to recognise signs automatically from camera images.</a:t>
            </a:r>
            <a:endParaRPr lang="en-US" sz="20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Objective: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CNN that predicts which traffic sign is shown in a photograph, helping to improve road safety.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0" y="1371600"/>
            <a:ext cx="5303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Goals: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preprocessing –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variable-resolution photographs into a clean, consistent format (resize, normalise, augment).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 –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build, tune and evaluate a CNN that classifies each image into its traffic sign class.</a:t>
            </a:r>
            <a:endParaRPr lang="en-US" sz="20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Approach: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 data, preprocess, split, augment, build a baseline CNN, tune with Keras Tuner, then evaluate the final model.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4990E3-3989-9E0B-E251-85BFEA6224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DATASET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217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Data Source: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DataMites Capstone Project Dataset – TrafSignDetc (one directory per sign, directory name = class label).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Dataset Size: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39,209 images in the full dataset across 43 traffic sign classes (numbered 0–42).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Working Subset: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random 400 images per class (memory-safe strategy) = 15,460 images.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Data Quality: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files are RGB PNG; no corrupt or unreadable images were found.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Why a CNN: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signs follow strict visual rules – shape, border colour and the pictogram or number inside – patterns a CNN learns directly from pixels.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132320" y="1371600"/>
            <a:ext cx="4572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Details: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dataset imbalance: 10.7 : 1 (class 0 = 210, class 2 = 2,250)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subset imbalance: 1.9 : 1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size: 25×25 up to 224×219 pixels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2,066 different resolutions (median ≈ 44×43)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Signs are photographed from moving vehicles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194F6-6BD5-DB96-C31B-D531D6C316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95" t="11196" r="24007" b="9707"/>
          <a:stretch>
            <a:fillRect/>
          </a:stretch>
        </p:blipFill>
        <p:spPr>
          <a:xfrm>
            <a:off x="9418320" y="4847706"/>
            <a:ext cx="2590801" cy="20102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EXPLORATORY DATA ANALYSIS (EDA) – CLASS DISTRIBUTION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A6A839-D963-DA1F-ABC8-9536DD6E5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146"/>
            <a:ext cx="11380124" cy="47548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EDA – IMAGE RESOLUTIONS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width and height distribution – many small images, from 25×25 up to 224×219 pixels.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326E9B-0036-2E59-56F1-FD02AA1FF8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5157"/>
            <a:ext cx="11887200" cy="38676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EDA – SAMPLE IMAGES FROM EVERY TRAFFIC 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sample per class – variation in lighting, blur, size and viewing angle.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418E9B-E4AB-5D58-FBFE-FF999B163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38" y="1234440"/>
            <a:ext cx="11045723" cy="43489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EDA SUMMARY – KEY FINDINGS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43 classes, 39,209 images: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subset of 15,460 RGB PNG images with no corrupt files.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Unequal class sizes (10.7 : 1):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handled by capping images per class, stratified splitting and class weights.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Many resolutions, mostly small: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2,066 different sizes confirm the need for resizing to a fixed input.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Natural variation within a class: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brightness, sharpness, size, angle and background – supports data augmentation.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Similar-looking signs: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speed-limit signs differ only by the number inside the circle and are expected to be the hardest to separate.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8D6817-A3AE-B43C-A348-05D45D6A0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IMAGE PREPROCESSING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Resize: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image is converted to RGB and resized to 64 × 64 pixels (64 × 64 × 3 array) – keeps shape, colour and symbol visible while saving memory and time.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Normalise: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pixel values (0–255) are divided by 255 using a Rescaling(1/255) layer inside the CNN; arrays are stored as uint8 (4× smaller than float32).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Same pipeline for new images: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preprocess_image() is reused at prediction time, so new images are treated exactly like training images.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Final arrays: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shape = (15460, 64, 64, 3), using only 190 MB of memory.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Original → resized → pixel-value distribution before and after normalisation.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087812-41B8-FE4D-77AC-79E15FBA44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95" t="11196" r="24007" b="9707"/>
          <a:stretch>
            <a:fillRect/>
          </a:stretch>
        </p:blipFill>
        <p:spPr>
          <a:xfrm>
            <a:off x="9418320" y="4847706"/>
            <a:ext cx="2590801" cy="20102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TRAIN / VALIDATION / TEST SPLIT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Training set (70%) – 10,822 images: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images the CNN learns from.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Validation set (15%) – 2,319 images: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during development for early stopping and hyperparameter selection.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Test set (15%) – 2,319 images: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kept untouched until the end for the final, unbiased evaluation.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Stratified split: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set keeps the same proportion of each sign.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Class weights: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computed from training labels only – small classes get extra importance (classes 0, 19 and 37 = 1.71; classes 27, 32, 41 and 42 = 1.50).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4ACB82-8D44-8623-A611-278EB1274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DATA AUGMENTATION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22669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Why: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stops the CNN from memorising training photos instead of learning the general appearance of each sign.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Rotation: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about ±11° (camera or sign slightly tilted).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Translation: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10% horizontally and vertically (sign not centred).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Zoom: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10% (sign closer to or further from the camera).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Contrast: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20% (bright sunlight, shade or dusk).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No horizontal flip: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turn left / turn right and keep left / keep right are mirror images – flipping would change the class.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4A13E4-30B7-01C3-DEAB-A762E5751E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693" y="1439488"/>
            <a:ext cx="5971306" cy="45595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BASELINE CNN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7665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Architecture: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 + Rescaling (1/255):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training-only variations, then normalisation.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Conv2D (32 → 64 → 128 filters, 3×3):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 edges, then shapes, then symbols and numbers.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MaxPooling2D (2×2):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shrinks feature maps, keeps strongest responses.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Flatten + Dense (128) + Dropout (0.5):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combine features and reduce overfitting.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Softmax (43):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probability per sign.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371600"/>
            <a:ext cx="4023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Setup: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Optimiser: Adam (lr = 0.001)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Loss: sparse categorical cross-entropy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30 epochs, batch size 32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EarlyStopping, ReduceLROnPlateau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parameters: 688,747</a:t>
            </a:r>
            <a:endParaRPr lang="en-US" sz="20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accuracy: 99.14%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accuracy: 99.35%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FDE3F5-FA44-51B9-8267-9D5C94C64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HYPERPARAMETER TUNING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2179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Approach: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Keras Tuner RandomSearch – 8 random trials (up to 15 epochs each), ranked by validation accuracy; the test set is not used.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Why random search: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trying all 96 combinations would be very slow.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Search space: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filters 1 (32, 64), filters 2 (64, 128), dense units (128, 256), dropout (0.3–0.5), learning rate (0.001, 0.0001), batch size (16, 32).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Best validation accuracy in search: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99.18%.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132320" y="1371600"/>
            <a:ext cx="4572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Optimal Hyperparameters: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 layer 1 filters: 32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 layer 2 filters: 128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Dense units: 128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Dropout rate: 0.4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rate: 0.001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size: 16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490D1F-C3C0-50CF-A68F-4D1F0BEF0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FINAL CNN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Rebuilt with best hyperparameters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 trained again from scratch for up to 40 epochs.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Callbacks: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EarlyStopping (patience 6) and ReduceLROnPlateau monitor the validation set.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Model size: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780,971 parameters (2.98 MB).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Result: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accuracy 99.61%, test accuracy 99.53%.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and loss curves of the final (tuned) CNN – training vs validation.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8FA32C-D5C9-BF1C-D951-84FB33985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8" y="3319278"/>
            <a:ext cx="10598726" cy="26700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MODEL PERFORMANCE COMPARISON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286000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/ Set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 (macro)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 (macro)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 (macro)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CNN – Validation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0.9914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0.9920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0.9918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0.9918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Baseline CNN – Test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0.9935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0.9941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0.9939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0.9940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Tuned CNN – Validation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0.9961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0.9964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0.9960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0.9961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Final Tuned CNN – Test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0.9953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0.9957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0.9957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0.9957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02336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model selected using validation accuracy (not test accuracy): Final Tuned CNN.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Tuning improved validation accuracy from 99.14% to 99.61%.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Test-set comparison chart: Baseline CNN vs Final Tuned CNN.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34B1F-8A3E-FD83-8EF6-457BF6913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572125"/>
            <a:ext cx="1219200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11. BEST MODEL – DETAILED EVALUATION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accuracy: 99.53% – only 11 of 2,319 test images misclassified.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Macro precision, recall and F1-score: 0.9957.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Weakest signs: 5 Speed limit 80 (0.97), 20 Dangerous curve right (0.98), 28 Children crossing (0.98).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confused: Children crossing → Dangerous curve right; Speed limit 50 → 60; Speed limit 80 ↔ 100.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– Final Tuned CNN (test set).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4ABF0E-111E-4249-F430-A7FE97AF1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3228108"/>
            <a:ext cx="10684625" cy="28678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12. PREDICTING THE TRAFFIC SIGN OF A NEW IMAGE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sign image → Resize → CNN (normalise inside) → Probability for each sign → Highest probability → Predicted traffic sign</a:t>
            </a:r>
            <a:endParaRPr lang="en-US" sz="20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Predicted sign, model confidence (softmax probability) and top-3 most likely signs.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on 4 unseen test images (Bicycles crossing, Double curve, Children crossing, Right-of-way): all correct, 99.9–100% confidence.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is the model's own estimate, not a guarantee of correctness.</a:t>
            </a:r>
            <a:endParaRPr lang="en-US" sz="20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Model: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TrafficSign_CNN_Model.keras (9.4 MB) with class-name JSON; reloaded model gives identical predictions.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3A075-9FB1-921B-741A-C71F82CEB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13. BUSINESS INSIGHTS &amp; ACTIONABLE IMPACT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Road Safety &amp; Driver Assistance: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alerts drivers to speed limits, stop signs and hazards they may have missed, helping reduce accidents.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Foundation for Autonomous Vehicles: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reliable sign classifier is a building block for self-driving systems.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Preprocessing Enables Real-World Use: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resizing and normalising handles photos from different cameras consistently.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Confusion Analysis Guides Improvement: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look-alike signs such as speed limits need more varied photos; these errors matter most for safety.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Tuning Adds Measurable Value: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tuned model is openly compared with the baseline on the same data.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755FE-ACD7-83D4-F5D8-ED62E0D36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14. CHALLENGES FACED &amp; SOLUTIONS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Dataset Too Large: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the ZIP index without extracting, used 400 random images per class, 64×64 size and uint8 arrays.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Different Sizes and Quality: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images converted to 64×64 RGB; contrast augmentation added for lighting changes.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Class Imbalance: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per-class sampling, stratified splitting, class weights and macro-averaged metrics.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Similar and Mirror-Image Signs: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horizontal flipping; confusion matrix checked sign by sign.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Risk of Overfitting: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augmentation, dropout, early stopping and learning-rate reduction.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Avoiding Information Leakage: </a:t>
            </a: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and hyperparameters chosen on validation data; test set used only at the end.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85C1F-D408-B348-4D59-F71822618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15. CONCLUSION &amp; PROJECT LINKS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Conclusion: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 CNN that recognises 43 traffic sign classes, covering image preprocessing and sign prediction.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Tuned CNN reached 99.53% test accuracy and 0.9957 macro F1 on 2,319 unseen images.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work: full dataset, transfer learning, a detection stage for full road scenes, real-time camera recognition.</a:t>
            </a:r>
            <a:endParaRPr lang="en-US" sz="2000" dirty="0"/>
          </a:p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&amp; Artifact Repositories: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Repository: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https://github.com/Sameekshagithub/PRAICP-1002-Traffic-Sign-Detection-Using-Deep-Learning.git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Drive Folder: </a:t>
            </a:r>
            <a:r>
              <a:rPr lang="en-US" sz="2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https://drive.google.com/drive/folders/1pcADNaZ2l3gGNx7uDhTEBlcqMi5VIEOh?usp=drive_link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37D32-2F89-8666-78B0-7C9976901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YOU!!</a:t>
            </a:r>
            <a:endParaRPr lang="en-US" sz="5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B315B8-DD42-43F4-37B9-E9F844A91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708073"/>
            <a:ext cx="12192000" cy="11442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1963</Words>
  <Application>Microsoft Office PowerPoint</Application>
  <PresentationFormat>Widescreen</PresentationFormat>
  <Paragraphs>192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Sameeksha Rai</cp:lastModifiedBy>
  <cp:revision>2</cp:revision>
  <dcterms:created xsi:type="dcterms:W3CDTF">2026-10-22T09:49:06Z</dcterms:created>
  <dcterms:modified xsi:type="dcterms:W3CDTF">2026-10-22T10:21:01Z</dcterms:modified>
</cp:coreProperties>
</file>